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28600"/>
            <a:ext cx="11277600" cy="1066800"/>
          </a:xfrm>
        </p:spPr>
        <p:txBody>
          <a:bodyPr/>
          <a:lstStyle/>
          <a:p>
            <a:r>
              <a:rPr lang="en-US" sz="4000" b="1">
                <a:solidFill>
                  <a:srgbClr val="22D3EE"/>
                </a:solidFill>
              </a:rPr>
              <a:t>PharmaMind: Agentic AI Pharmacy Assistant</a:t>
            </a:r>
            <a:endParaRPr lang="en-US" sz="400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524000"/>
            <a:ext cx="10896600" cy="4572000"/>
          </a:xfrm>
        </p:spPr>
        <p:txBody>
          <a:bodyPr/>
          <a:lstStyle/>
          <a:p>
            <a:pPr marL="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AI-powered pharmacy ordering and medicine information system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Single FastAPI server: chat API + web UI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Goal: safer ordering with automation and clear user guidance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28600"/>
            <a:ext cx="11277600" cy="1066800"/>
          </a:xfrm>
        </p:spPr>
        <p:txBody>
          <a:bodyPr/>
          <a:lstStyle/>
          <a:p>
            <a:r>
              <a:rPr lang="en-US" sz="4000" b="1">
                <a:solidFill>
                  <a:srgbClr val="22D3EE"/>
                </a:solidFill>
              </a:rPr>
              <a:t>Problem Statement</a:t>
            </a:r>
            <a:endParaRPr lang="en-US" sz="400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524000"/>
            <a:ext cx="10896600" cy="4572000"/>
          </a:xfrm>
        </p:spPr>
        <p:txBody>
          <a:bodyPr/>
          <a:lstStyle/>
          <a:p>
            <a:pPr marL="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Medicine ordering often involves ambiguity and safety risks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Users need quick stock and prescription clarity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Pharmacies need reliable inventory-aware order workflows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28600"/>
            <a:ext cx="11277600" cy="1066800"/>
          </a:xfrm>
        </p:spPr>
        <p:txBody>
          <a:bodyPr/>
          <a:lstStyle/>
          <a:p>
            <a:r>
              <a:rPr lang="en-US" sz="4000" b="1">
                <a:solidFill>
                  <a:srgbClr val="22D3EE"/>
                </a:solidFill>
              </a:rPr>
              <a:t>Project Objectives</a:t>
            </a:r>
            <a:endParaRPr lang="en-US" sz="400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524000"/>
            <a:ext cx="10896600" cy="4572000"/>
          </a:xfrm>
        </p:spPr>
        <p:txBody>
          <a:bodyPr/>
          <a:lstStyle/>
          <a:p>
            <a:pPr marL="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Understand natural-language medicine requests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Validate stock and prescription requirements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Handle partial stock and user confirmation loops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Auto-update inventory on successful order placement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28600"/>
            <a:ext cx="11277600" cy="1066800"/>
          </a:xfrm>
        </p:spPr>
        <p:txBody>
          <a:bodyPr/>
          <a:lstStyle/>
          <a:p>
            <a:r>
              <a:rPr lang="en-US" sz="4000" b="1">
                <a:solidFill>
                  <a:srgbClr val="22D3EE"/>
                </a:solidFill>
              </a:rPr>
              <a:t>System Architecture</a:t>
            </a:r>
            <a:endParaRPr lang="en-US" sz="400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524000"/>
            <a:ext cx="10896600" cy="4572000"/>
          </a:xfrm>
        </p:spPr>
        <p:txBody>
          <a:bodyPr/>
          <a:lstStyle/>
          <a:p>
            <a:pPr marL="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Frontend: HTML/CSS/JS chat UI served by FastAPI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Backend: FastAPI /chat endpoint orchestrates agent pipeline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LLM extraction: local Ollama (phi) via HTTP API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Data layer: medicine_master.csv for stock + Rx constraints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28600"/>
            <a:ext cx="11277600" cy="1066800"/>
          </a:xfrm>
        </p:spPr>
        <p:txBody>
          <a:bodyPr/>
          <a:lstStyle/>
          <a:p>
            <a:r>
              <a:rPr lang="en-US" sz="4000" b="1">
                <a:solidFill>
                  <a:srgbClr val="22D3EE"/>
                </a:solidFill>
              </a:rPr>
              <a:t>Core Agent Pipeline</a:t>
            </a:r>
            <a:endParaRPr lang="en-US" sz="400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524000"/>
            <a:ext cx="10896600" cy="4572000"/>
          </a:xfrm>
        </p:spPr>
        <p:txBody>
          <a:bodyPr/>
          <a:lstStyle/>
          <a:p>
            <a:pPr marL="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1) Detect order intent vs information lookup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2) Extract order JSON (medicine, quantity, unit)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3) Match medicine names against inventory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4) Run safety checks (stock + prescription)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5) Execute order and persist inventory updates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28600"/>
            <a:ext cx="11277600" cy="1066800"/>
          </a:xfrm>
        </p:spPr>
        <p:txBody>
          <a:bodyPr/>
          <a:lstStyle/>
          <a:p>
            <a:r>
              <a:rPr lang="en-US" sz="4000" b="1">
                <a:solidFill>
                  <a:srgbClr val="22D3EE"/>
                </a:solidFill>
              </a:rPr>
              <a:t>Conversation State Management</a:t>
            </a:r>
            <a:endParaRPr lang="en-US" sz="400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524000"/>
            <a:ext cx="10896600" cy="4572000"/>
          </a:xfrm>
        </p:spPr>
        <p:txBody>
          <a:bodyPr/>
          <a:lstStyle/>
          <a:p>
            <a:pPr marL="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Pending medicine disambiguation (multi-match selection)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Pending partial-stock confirmation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Pending prescription upload + final confirmation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Flow guards for cancel/confirm/retry user responses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28600"/>
            <a:ext cx="11277600" cy="1066800"/>
          </a:xfrm>
        </p:spPr>
        <p:txBody>
          <a:bodyPr/>
          <a:lstStyle/>
          <a:p>
            <a:r>
              <a:rPr lang="en-US" sz="4000" b="1">
                <a:solidFill>
                  <a:srgbClr val="22D3EE"/>
                </a:solidFill>
              </a:rPr>
              <a:t>Safety and Decision Logic</a:t>
            </a:r>
            <a:endParaRPr lang="en-US" sz="400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524000"/>
            <a:ext cx="10896600" cy="4572000"/>
          </a:xfrm>
        </p:spPr>
        <p:txBody>
          <a:bodyPr/>
          <a:lstStyle/>
          <a:p>
            <a:pPr marL="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Reject invalid quantity or unknown medicines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Reject out-of-stock requests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Offer partial fulfillment when stock is limited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Require prescription upload before restricted medicines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28600"/>
            <a:ext cx="11277600" cy="1066800"/>
          </a:xfrm>
        </p:spPr>
        <p:txBody>
          <a:bodyPr/>
          <a:lstStyle/>
          <a:p>
            <a:r>
              <a:rPr lang="en-US" sz="4000" b="1">
                <a:solidFill>
                  <a:srgbClr val="22D3EE"/>
                </a:solidFill>
              </a:rPr>
              <a:t>Frontend Experience</a:t>
            </a:r>
            <a:endParaRPr lang="en-US" sz="400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524000"/>
            <a:ext cx="10896600" cy="4572000"/>
          </a:xfrm>
        </p:spPr>
        <p:txBody>
          <a:bodyPr/>
          <a:lstStyle/>
          <a:p>
            <a:pPr marL="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Simple chat-based ordering interface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Persists chat history in browser localStorage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Supports new-chat reset for clean sessions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Shows backend connectivity and response status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28600"/>
            <a:ext cx="11277600" cy="1066800"/>
          </a:xfrm>
        </p:spPr>
        <p:txBody>
          <a:bodyPr/>
          <a:lstStyle/>
          <a:p>
            <a:r>
              <a:rPr lang="en-US" sz="4000" b="1">
                <a:solidFill>
                  <a:srgbClr val="22D3EE"/>
                </a:solidFill>
              </a:rPr>
              <a:t>Current Data and APIs</a:t>
            </a:r>
            <a:endParaRPr lang="en-US" sz="400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524000"/>
            <a:ext cx="10896600" cy="4572000"/>
          </a:xfrm>
        </p:spPr>
        <p:txBody>
          <a:bodyPr/>
          <a:lstStyle/>
          <a:p>
            <a:pPr marL="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Primary API: POST /chat with message -&gt; reply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Inventory source: backend/data/medicine_master.csv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Refill predictor module identifies stale purchase patterns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Windows/macOS launch scripts simplify local startup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28600"/>
            <a:ext cx="11277600" cy="1066800"/>
          </a:xfrm>
        </p:spPr>
        <p:txBody>
          <a:bodyPr/>
          <a:lstStyle/>
          <a:p>
            <a:r>
              <a:rPr lang="en-US" sz="4000" b="1">
                <a:solidFill>
                  <a:srgbClr val="22D3EE"/>
                </a:solidFill>
              </a:rPr>
              <a:t>Demo Walkthrough</a:t>
            </a:r>
            <a:endParaRPr lang="en-US" sz="400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524000"/>
            <a:ext cx="10896600" cy="4572000"/>
          </a:xfrm>
        </p:spPr>
        <p:txBody>
          <a:bodyPr/>
          <a:lstStyle/>
          <a:p>
            <a:pPr marL="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Normal in-stock medicine order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Multiple medicine match and option selection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Partial stock branch with confirmation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Prescription-required branch with upload confirmation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28600"/>
            <a:ext cx="11277600" cy="1066800"/>
          </a:xfrm>
        </p:spPr>
        <p:txBody>
          <a:bodyPr/>
          <a:lstStyle/>
          <a:p>
            <a:r>
              <a:rPr lang="en-US" sz="4000" b="1">
                <a:solidFill>
                  <a:srgbClr val="22D3EE"/>
                </a:solidFill>
              </a:rPr>
              <a:t>Challenges and Improvements</a:t>
            </a:r>
            <a:endParaRPr lang="en-US" sz="400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524000"/>
            <a:ext cx="10896600" cy="4572000"/>
          </a:xfrm>
        </p:spPr>
        <p:txBody>
          <a:bodyPr/>
          <a:lstStyle/>
          <a:p>
            <a:pPr marL="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Model output reliability and strict JSON parsing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CSV-based state limits concurrency and auditability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Need stronger observability and exception tracing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Opportunity: move to DB + async task orchestration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28600"/>
            <a:ext cx="11277600" cy="1066800"/>
          </a:xfrm>
        </p:spPr>
        <p:txBody>
          <a:bodyPr/>
          <a:lstStyle/>
          <a:p>
            <a:r>
              <a:rPr lang="en-US" sz="4000" b="1">
                <a:solidFill>
                  <a:srgbClr val="22D3EE"/>
                </a:solidFill>
              </a:rPr>
              <a:t>Roadmap</a:t>
            </a:r>
            <a:endParaRPr lang="en-US" sz="400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524000"/>
            <a:ext cx="10896600" cy="4572000"/>
          </a:xfrm>
        </p:spPr>
        <p:txBody>
          <a:bodyPr/>
          <a:lstStyle/>
          <a:p>
            <a:pPr marL="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Add auth, role-based access, and prescription document storage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Integrate payment, notifications, and shipment tracking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Introduce testing suite and CI for regression safety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Expand to proactive refill nudges and analytics dashboard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57200" y="228600"/>
            <a:ext cx="11277600" cy="1066800"/>
          </a:xfrm>
        </p:spPr>
        <p:txBody>
          <a:bodyPr/>
          <a:lstStyle/>
          <a:p>
            <a:r>
              <a:rPr lang="en-US" sz="4000" b="1">
                <a:solidFill>
                  <a:srgbClr val="22D3EE"/>
                </a:solidFill>
              </a:rPr>
              <a:t>Thank You</a:t>
            </a:r>
            <a:endParaRPr lang="en-US" sz="400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524000"/>
            <a:ext cx="10896600" cy="4572000"/>
          </a:xfrm>
        </p:spPr>
        <p:txBody>
          <a:bodyPr/>
          <a:lstStyle/>
          <a:p>
            <a:pPr marL="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Project: PharmaMind - Autonomous AI Pharmacy</a:t>
            </a:r>
            <a:endParaRPr lang="en-US" sz="2400" dirty="0"/>
          </a:p>
          <a:p>
            <a:pPr marL="342900" indent="-171450" lvl="0">
              <a:buChar char="•"/>
            </a:pPr>
            <a:r>
              <a:rPr lang="en-US" sz="2400" dirty="0">
                <a:solidFill>
                  <a:srgbClr val="E2E8F0"/>
                </a:solidFill>
              </a:rPr>
              <a:t>Questions and discussion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B1220"/>
      </a:dk1>
      <a:lt1>
        <a:srgbClr val="FFFFFF"/>
      </a:lt1>
      <a:dk2>
        <a:srgbClr val="1E293B"/>
      </a:dk2>
      <a:lt2>
        <a:srgbClr val="E2E8F0"/>
      </a:lt2>
      <a:accent1>
        <a:srgbClr val="22D3EE"/>
      </a:accent1>
      <a:accent2>
        <a:srgbClr val="38BDF8"/>
      </a:accent2>
      <a:accent3>
        <a:srgbClr val="14B8A6"/>
      </a:accent3>
      <a:accent4>
        <a:srgbClr val="34D399"/>
      </a:accent4>
      <a:accent5>
        <a:srgbClr val="F59E0B"/>
      </a:accent5>
      <a:accent6>
        <a:srgbClr val="F97316"/>
      </a:accent6>
      <a:hlink>
        <a:srgbClr val="2563EB"/>
      </a:hlink>
      <a:folHlink>
        <a:srgbClr val="7C3AED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13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PharmaMind Project Presentation</dc:title>
  <dc:subject>Agentic AI Pharmacy System</dc:subject>
  <dc:creator>Codex</dc:creator>
  <cp:keywords>pharmacy, ai, fastapi, agentic</cp:keywords>
  <dc:description>Project presentation deck for pharma-agent-ai.</dc:description>
  <cp:lastModifiedBy>Codex</cp:lastModifiedBy>
  <dcterms:created xsi:type="dcterms:W3CDTF">2026-02-26T18:01:45Z</dcterms:created>
  <dcterms:modified xsi:type="dcterms:W3CDTF">2026-02-26T18:01:45Z</dcterms:modified>
</cp:coreProperties>
</file>